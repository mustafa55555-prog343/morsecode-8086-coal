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1F5F9"/>
                </a:solidFill>
                <a:latin typeface="Calibri"/>
              </a:rPr>
              <a:t>MORSE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38BDF8"/>
                </a:solidFill>
                <a:latin typeface="Calibri"/>
              </a:rPr>
              <a:t>Communication &amp; Emergency Signaling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An 8086 Assembly + Desktop-GUI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Calibri"/>
              </a:rPr>
              <a:t>Mustafa Shahid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BSCS-14B   |   CMS ID: 500889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CS-234  Computer Organization &amp; Assembly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Faculty:  Dr. Omar Zeb  ·  Sir Ijaz Alam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 roadmap for the next 13–16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Why Morse? — motivation and real-world impact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Problem statement and project objectives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Literature review and background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System architecture and block diagram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Data structures and addressing modes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Assembly walk-through (8086)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Software interrupts and the IVT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Desktop application — fourteen interactive pages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Telegraph Key, Trainer and Cheat Sheet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CPU simulator — registers, memory, flags, auto-play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Live demonstration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COAL concepts demonstrated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Opportunities, challenges and ethics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8BDF8"/>
                </a:solidFill>
                <a:latin typeface="Calibri"/>
              </a:rPr>
              <a:t>▪  </a:t>
            </a:r>
            <a:r>
              <a:rPr sz="1800">
                <a:solidFill>
                  <a:srgbClr val="F1F5F9"/>
                </a:solidFill>
                <a:latin typeface="Calibri"/>
              </a:rPr>
              <a:t>Conclusion and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Why Morse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 180-year-old idea that still saves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4864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91440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Real-world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1663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Aviation beacons (VOR/NDB IDs), maritime distress, military field-comms, amateur radio, disaster response and accessibility for speech-impaired users.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2120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91440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173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Why it still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83080"/>
            <a:ext cx="48920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Needs only on/off signalling, survives extreme noise, works with milliwatts of power and is legible by the human ear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54864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91440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86199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Why it is perfect for COAL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59"/>
            <a:ext cx="51663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Fixed-size lookup table ⇒ indexed addressing; I/O via INT 21h; tight loops, arithmetic and logical tricks such as AND AL, 0DFh for case conversion.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2120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9144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86199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What this project 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51959"/>
            <a:ext cx="48920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Full 8086 program, modern Windows desktop GUI with audible beeps, live visualiser, emergency SOS and an in-app COAL concepts reference.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Calibri"/>
              </a:rPr>
              <a:t>Build a compact COAL artefact that translates plain text into international Morse code, transmits it audibly and transparently demonstrates the major assembly-language concepts of the CS-234 syllabus.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▪  </a:t>
            </a:r>
            <a:r>
              <a:rPr sz="1600">
                <a:solidFill>
                  <a:srgbClr val="F1F5F9"/>
                </a:solidFill>
                <a:latin typeface="Calibri"/>
              </a:rPr>
              <a:t>Implement ASCII → Morse in 8086 assembly using a lookup table.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▪  </a:t>
            </a:r>
            <a:r>
              <a:rPr sz="1600">
                <a:solidFill>
                  <a:srgbClr val="F1F5F9"/>
                </a:solidFill>
                <a:latin typeface="Calibri"/>
              </a:rPr>
              <a:t>Demonstrate direct, indirect, indexed and base+offset addressing.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▪  </a:t>
            </a:r>
            <a:r>
              <a:rPr sz="1600">
                <a:solidFill>
                  <a:srgbClr val="F1F5F9"/>
                </a:solidFill>
                <a:latin typeface="Calibri"/>
              </a:rPr>
              <a:t>Use BIOS/DOS software interrupts for all I/O.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▪  </a:t>
            </a:r>
            <a:r>
              <a:rPr sz="1600">
                <a:solidFill>
                  <a:srgbClr val="F1F5F9"/>
                </a:solidFill>
                <a:latin typeface="Calibri"/>
              </a:rPr>
              <a:t>Build a polished Windows GUI that mirrors the assembly behaviour.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▪  </a:t>
            </a:r>
            <a:r>
              <a:rPr sz="1600">
                <a:solidFill>
                  <a:srgbClr val="F1F5F9"/>
                </a:solidFill>
                <a:latin typeface="Calibri"/>
              </a:rPr>
              <a:t>Include an emergency SOS broadcaster and a live visualiser.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▪  </a:t>
            </a:r>
            <a:r>
              <a:rPr sz="1600">
                <a:solidFill>
                  <a:srgbClr val="F1F5F9"/>
                </a:solidFill>
                <a:latin typeface="Calibri"/>
              </a:rPr>
              <a:t>Deliver IEEE report, slides, viva guide and a runnable 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Literature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53949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91440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ITU-R M.1677-1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507492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international standard for Morse timing: unit, dot, dash and inter-element gaps in ratios 1 : 1 : 3 : 1 : 3 : 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949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91440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Hennessy &amp; Patterson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07492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Lookup tables are a canonical way to exploit locality of reference and map onto cache-friendly memory regions.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53949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91440" cy="2468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199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Irvine (x86 Assembly)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59"/>
            <a:ext cx="507492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Reference text on addressing modes, interrupt usage and MASM programming style, followed closely in our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53949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91440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86199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Intel 8086 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59"/>
            <a:ext cx="507492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Authoritative description of the ISA, the interrupt vector table and the DOS/BIOS service numbers used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Four layers, shared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34440"/>
            <a:ext cx="96926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Consolas"/>
              </a:rPr>
              <a:t>+---------------------+       +----------------------+
|  User Interface     | &lt;---&gt; |  Translation Engine  |
|  (INT 21h / GUI)    |       |  (ASCII -&gt; Morse)    |
+---------------------+       +----------------------+
           |                              |
           v                              v
+---------------------+       +----------------------+
|  Input/Output Buffer|       |  Morse Lookup Table  |
|  (DS:input_buffer)  |       |  (6-byte records)    |
+---------------------+       +----------------------+
                                         |
                                         v
                              +----------------------+
                              |  Signal Generator    |
                              |  (Beep / INT 21h/02) |
                              +----------------------+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Lookup Table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Six bytes per record  →  O(1) indexed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  <a:latin typeface="Consolas"/>
              </a:rPr>
              <a:t>Record:   [ . . . . . ] [len]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onsolas"/>
              </a:rPr>
              <a:t>byte 0-4 : Morse symbols (dots &amp; dashes, space-padded)
byte 5   : code length (1 –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C55E"/>
                </a:solidFill>
                <a:latin typeface="Consolas"/>
              </a:rPr>
              <a:t>addr = morse_table + (index ×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Letters  'A' .. 'Z'  →  index 0 .. 25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Digits   '0' .. '9'  →  index 26 .. 35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Case conversion:  AND AL, 0DFh  (clears bit-5)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Letter address fetch:  MOV DL, [BX + DI]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Length fetch:          MOV CH, [BX + DI + 5]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Addressing Modes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532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91440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MOV CL, [input_buffer+1]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Named absolute location — reads length field.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88720"/>
            <a:ext cx="5532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188720"/>
            <a:ext cx="91440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Indirect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MOV AL, [SI]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SI points to the current input character.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5532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91440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80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Indexed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MOV AL, [SI + 2]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Base pointer SI + constant displacement.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788920"/>
            <a:ext cx="5532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788920"/>
            <a:ext cx="91440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Base+Index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MOV DL, [BX + DI]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118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BX = table base, DI = index × 6.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5532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89120"/>
            <a:ext cx="91440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Base+Idx+Disp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MOV CH, [BX + DI + 5]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Jumps to the length byte of the record.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389120"/>
            <a:ext cx="5532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389120"/>
            <a:ext cx="91440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Logical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846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AND AL, 0DFh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120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Bitmask-based lowercase → uppercase.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Assembly Walk-through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flow of MAIN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Initialize DS with the data segment address.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Print banner and prompt via DOS function 09h.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Read user text with buffered input — DOS function 0Ah.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For each character: normalise case with AND AL, 0DFh.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Compute index — digits: SUB + ADD 26; letters: SUB 'A'.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Multiply by RECORD_SIZE (6) to get the table offset.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Loop CH times, emitting each Morse symbol with function 02h.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Invoke PLAY_SOS — audible emergency signal via BEL (07h).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Terminate cleanly with DOS function 4Ch.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Software Interrupts &amp; the IVT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</a:rPr>
              <a:t>INT n  →  consult IVT slot n at 0000:n×4  →  run OS handler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7899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INT 21h / 09h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749807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Display $-terminated string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7899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INT 21h / 0Ah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749807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Buffered keyboard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107899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INT 21h / 02h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40"/>
            <a:ext cx="749807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Display single character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79"/>
            <a:ext cx="107899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40479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31919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INT 21h / 4Ch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31919"/>
            <a:ext cx="749807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Terminate with exit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80560"/>
            <a:ext cx="107899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480560"/>
            <a:ext cx="73152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ASCII 07h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572000"/>
            <a:ext cx="749807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BEL — PC-speaker beep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Desktop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Python + CustomTkinter, fourteen interactive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Home dashboard — live session statistics + one-click cards.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Translator:  live ASCII ↔ Morse, TXT/WAV export, sample chips.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Live Visualiser:  big dot/dash flashes synced to audio.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Emergency SOS:  nine indicator lamps + broadcast button.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Telegraph Key:  press &amp; hold to tap Morse by hand.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Morse Trainer:  decode challenges with score + streak.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Cheat Sheet:  click any card to hear that symbol.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CPU Simulator:  step, auto-play, speed slider, flag breakdown.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Assembly Viewer, COAL Concepts, ASCII/IVT, 12-q Quiz, Settings.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Starts maximised; responsive from 960×620 to 4K.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CPU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Watch the 8086 execute — register by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54864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91440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51663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Type any character, click Load. The simulator builds the exact instruction trace the assembly code would execute, ready to step through.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2120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91440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258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What lights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8920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AX, BX, CX, DX, SI, DI, SP, BP, IP and FLAGS are shown as hex values.  Cyan = modified this step.  Amber = IP advance.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54864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91440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Memory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516636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full 216-byte Morse lookup table is rendered with an arrow marker that points at  base + (index × 6)  during each indexed fetch.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21208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91440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79476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Pedagogical 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60520"/>
            <a:ext cx="489204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Students — and examiners — can inspect every step of the translation in natural language, directly inside the demo, without touching emu8086.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Demo script (≈4 minutes):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1.  Double-click Run_Application.bat  →  window opens maximised.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2.  Home  →  show statistics strip + click a Translator chip.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3.  Translator  →  type HELLO WORLD  →  ▶ Play Audio.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4.  Save .txt and .wav  →  show the files on disk.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5.  Cheat Sheet  →  click a few cards  →  hear each letter.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6.  Telegraph Key  →  hold SPACE to tap SOS by hand.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7.  Morse Trainer  →  answer one challenge  →  show score.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8.  CPU Simulator  →  type 'S', Load, Play at medium speed.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9.  Live Visualiser  →  transmit SOS HELP  →  watch flashes.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10. Emergency SOS  →  BROADCAST SOS  →  lamps sequence.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11. ASCII/IVT + COAL Concepts + Quiz  →  walk the cards.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▪  </a:t>
            </a:r>
            <a:r>
              <a:rPr sz="1500">
                <a:solidFill>
                  <a:srgbClr val="F1F5F9"/>
                </a:solidFill>
                <a:latin typeface="Calibri"/>
              </a:rPr>
              <a:t>12. Settings  →  switch theme  →  show preferences persist.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COAL Concepts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4416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Instruction Set Architecture (8086)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34416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Data Definition Directives (DB, EQU)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1168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12140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Direct Addressing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01168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12140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Indirect Addressing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78892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9864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Indexed Addressing 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89864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Base + Index + Displacement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56616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56616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67588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Arithmetic &amp; Logical Operations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56616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56616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67588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Software Interrupts (INT 21h)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45312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Interrupt Vector 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34340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34340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45312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Procedures, CALL / RET, the 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12064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12064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23036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I/O Operations (PC Speaker)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120640"/>
            <a:ext cx="53949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512064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5230368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Memory Hierarchy via Lookup Tables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Feature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What the desktop application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9144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33375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Dashboard with accent-striped feature cards, hero banner and one-click quick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91440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258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Translator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33375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Live ASCII ↔ Morse, history panel, .txt + .wav export, tone-frequency and unit sliders.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9144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25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Cheat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2461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Click any of the 40+ symbol cards to hear the Morse — perfect for memorising during viva prep.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9144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ASCII + IVT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33375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Full ASCII table with Morse codes plus the IVT entries our DOS calls use — printable for study notes.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65760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657600"/>
            <a:ext cx="91440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79476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COAL Quiz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160520"/>
            <a:ext cx="33375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Twelve interactive questions with instant green/red feedback and a final score summary.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65760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657600"/>
            <a:ext cx="9144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7947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Polish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160520"/>
            <a:ext cx="32461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Starts maximised, tooltips on every control, keyboard shortcuts, welcome overlay for new users.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Opportunities, Challenges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54864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91440" cy="2468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516636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Battery-friendly emergency beacons, accessibility tool for speech-impaired users, amateur-radio 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21208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91440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258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91640"/>
            <a:ext cx="489204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Portability across MASM/TASM/emu8086 dialects; producing clean tones without direct port access.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108813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91440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199"/>
            <a:ext cx="1056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59"/>
            <a:ext cx="1056132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Respect frequency allocations, never transmit false distress calls, always self-identify on air and use the technology to help — never to deceive or eavesdrop.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  <a:latin typeface="Calibri"/>
              </a:rPr>
              <a:t>BSCS-14B  |  500889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Three-layer implementation (assembly + simulator + GUI) cleanly maps the entire CS-234 syllabus.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Assembly program demonstrates every major addressing mode.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CPU Simulator makes every instruction observable on screen.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Desktop GUI turns the program into a presentable demo with audio, animation, cheat sheet, ASCII/IVT reference and quiz.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Full documentation — proposal, IEEE report, viva guide.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▪  </a:t>
            </a:r>
            <a:r>
              <a:rPr sz="1700">
                <a:solidFill>
                  <a:srgbClr val="F1F5F9"/>
                </a:solidFill>
                <a:latin typeface="Calibri"/>
              </a:rPr>
              <a:t>Future: microcontroller beacon with LED, audio decoder, radio integration, multilingual character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Mustafa Shahid   ·   CS-234 COAL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1F5F9"/>
                </a:solidFill>
                <a:latin typeface="Calibr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38BDF8"/>
                </a:solidFill>
                <a:latin typeface="Calibri"/>
              </a:rPr>
              <a:t>Questions  ·  Feedback  · 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Calibri"/>
              </a:rPr>
              <a:t>Mustafa Shahid   |   BSCS-14B   |   CMS 500889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CS-234  Computer Organization &amp; Assembly Language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